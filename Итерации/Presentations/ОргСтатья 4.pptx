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2732D0-1257-4897-8A6B-9CF139B6F121}">
  <a:tblStyle styleId="{842732D0-1257-4897-8A6B-9CF139B6F1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1ac07686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1ac07686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bcd3f2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bcd3f2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4bcd3f2cf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4bcd3f2cf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bcd3f2cf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bcd3f2cf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cd267b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cd267b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cd267b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cd267b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cd267b7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cd267b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cd267b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cd267b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cd267b7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cd267b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ОргСтатья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06750"/>
            <a:ext cx="85206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ru" sz="1270"/>
              <a:t>Выполнили студенты 1/233 группы</a:t>
            </a:r>
            <a:r>
              <a:rPr b="1" lang="ru" sz="1270"/>
              <a:t>: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Пашанов Иван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Куличков Олег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Шестернев Даниил</a:t>
            </a:r>
            <a:endParaRPr sz="12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4"/>
          <p:cNvGraphicFramePr/>
          <p:nvPr/>
        </p:nvGraphicFramePr>
        <p:xfrm>
          <a:off x="952500" y="97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{842732D0-1257-4897-8A6B-9CF139B6F121}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Формат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Предполагаемое количество запросов в час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Способ обмена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Объём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csv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xls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xlsx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json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Асинхронный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Неограниченно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Untitled Diagram.drawio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613" y="152400"/>
            <a:ext cx="61087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Component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6425"/>
            <a:ext cx="8839201" cy="443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122" y="0"/>
            <a:ext cx="723974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80325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SQL-запросы</a:t>
            </a:r>
            <a:endParaRPr sz="2420"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722925"/>
            <a:ext cx="8520600" cy="4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Создание проекта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Projects (name, local_path, git_commit_hash, createdAt, updatedAt) VALUES ('ОргСтатья - Диплом', '/projects/orgstatya', 'a1b2c3d4', NOW(), NOW());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Добавление артефакта статьи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Artifacts (project_id, type, name, relative_path, status) VALUES (1, 'ARTICLE', 'Черновик статьи', '/articles/draft.docx', 'ACTIVE');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Добавление исходного кода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Artifacts (project_id, type, name, relative_path, status) VALUES (1, 'CODE', 'Скрипт анализа данных', '/code/analyze.py', 'ACTIVE');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Добавление набора данных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Artifacts (project_id, type, name, relative_path, status) VALUES (1, 'DATASET', 'Результаты эксперимента', '/data/results.csv', 'READY');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Добавление заметки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INSERT INTO Artifacts (project_id, type, name, relative_path, status) VALUES (1, 'NOTE', 'Идеи для введения', '/notes/intro.txt', 'ACTIVE');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80325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SQL-запросы</a:t>
            </a:r>
            <a:endParaRPr sz="2420"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722925"/>
            <a:ext cx="8520600" cy="4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Создание задачи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INSERT INTO Tasks (project_id, artifact_id, title, description, status, priority, due_date, createdAt, updatedAt) VALUES (1, 1, 'Написать введение', 'Добавить описание цели проекта', 'TODO', 'HIGH', '2026-06-01 18:00:00', NOW(), NOW());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Еще одна задача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Tasks (project_id, artifact_id, title, description, status, priority, due_date, createdAt, updatedAt) VALUES (1, 2, 'Проверить код', 'Проверить работу скрипта анализа', 'IN_PROGRESS', 'MEDIUM', '2026-06-03 20:00:00', NOW(), NOW());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Задачи вместе с названием проекта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SELECT Tasks.title, Tasks.status, Projects.name FROM Tasks JOIN Projects ON Tasks.project_id = Projects.id;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Артефакты проекта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SELECT Artifacts.name, Artifacts.type, Projects.name FROM Artifacts JOIN Projects ON Artifacts.project_id = Projects.id;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80325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SQL-запросы</a:t>
            </a:r>
            <a:endParaRPr sz="2420"/>
          </a:p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722925"/>
            <a:ext cx="8520600" cy="4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Добавление библиографии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Bibliography (project_id, citation_key, authors, title, year, raw_bibtex) VALUES (1, 'ivanov2025', 'Иванов И.И.', 'Автоматизация научных статей', 2025, '@article{ivanov2025,...}');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Еще один источник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INSERT INTO Bibliography (project_id, citation_key, authors, title, year, raw_bibtex) VALUES (1, 'petrov2024', 'Петров А.А.', 'Работа с экспериментальными данными', 2024, '@article{petrov2024,...}');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80325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SQL-запросы</a:t>
            </a:r>
            <a:endParaRPr sz="2420"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722925"/>
            <a:ext cx="8520600" cy="4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Создание лога выполнения задачи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INSERT INTO Execution_Logs (artifact_id, task_id, execution_time, duration_ms, exit_code, output_log) VALUES (2, 2, NOW(), 2450, 0, 'Скрипт успешно выполнен');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Чтение л</a:t>
            </a:r>
            <a:r>
              <a:rPr b="1" lang="ru"/>
              <a:t>огов выполнения задач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SELECT Tasks.title, Execution_Logs.duration_ms, Execution_Logs.output_log FROM Execution_Logs JOIN Tasks ON Execution_Logs.task_id = Tasks.id;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